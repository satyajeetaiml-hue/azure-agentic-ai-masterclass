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Welcome. This deck covers 'azure-agentic-ai-masterclass' — Course Hub · 12-week Master Class. Frame the problem and why it matters, then walk the class through the learning goal, the enterprise use case, the architecture/flow, the key concepts, a live run in VS Code, and the architect's takeaways. The repo runs locally with no Azure, so demo it live.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[Learning goal] Walk through these talking points:</a:t>
            </a:r>
          </a:p>
          <a:p>
            <a:r>
              <a:t>- Design, secure, deploy, observe &amp; operate multi-agent systems on Azure</a:t>
            </a:r>
          </a:p>
          <a:p>
            <a:r>
              <a:t>- One runnable repo per week + framework comparison projects</a:t>
            </a:r>
          </a:p>
          <a:p>
            <a:r>
              <a:t>- Everything runs locally in mock mode; Azure is optional</a:t>
            </a:r>
          </a:p>
          <a:p>
            <a:r>
              <a:t>Ask the class: which of these ideas is new to you?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[Enterprise use case] Walk through these talking points:</a:t>
            </a:r>
          </a:p>
          <a:p>
            <a:r>
              <a:t>- Audience: AI engineers, solution architects, backend/platform &amp; data teams</a:t>
            </a:r>
          </a:p>
          <a:p>
            <a:r>
              <a:t>- Stack: Python · FastAPI · Microsoft Foundry · Agent Framework · MCP · A2A</a:t>
            </a:r>
          </a:p>
          <a:p>
            <a:r>
              <a:t>- Outcome: the competencies of an Azure AI Architect</a:t>
            </a:r>
          </a:p>
          <a:p>
            <a:r>
              <a:t>Tip: relate this to a regulated scenario your students know.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[Architecture / flow] Walk through these talking points:</a:t>
            </a:r>
          </a:p>
          <a:p>
            <a:r>
              <a:t>- Clients → API Management → FastAPI orchestration layer</a:t>
            </a:r>
          </a:p>
          <a:p>
            <a:r>
              <a:t>- Agents: Foundry Agent Service · Agent Framework · MCP tools</a:t>
            </a:r>
          </a:p>
          <a:p>
            <a:r>
              <a:t>- Grounding &amp; state: AI Search · Cosmos DB · Redis · Blob</a:t>
            </a:r>
          </a:p>
          <a:p>
            <a:r>
              <a:t>- Cross-cutting: Identity · Observability · Governance</a:t>
            </a:r>
          </a:p>
          <a:p>
            <a:r>
              <a:t>- Deploy: Container Apps / AKS / Functions</a:t>
            </a:r>
          </a:p>
          <a:p>
            <a:r>
              <a:t>Demo: trace a single request through these steps live.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[Key concepts] Walk through these talking points:</a:t>
            </a:r>
          </a:p>
          <a:p>
            <a:r>
              <a:t>- 12 weekly labs, each a standalone FastAPI service</a:t>
            </a:r>
          </a:p>
          <a:p>
            <a:r>
              <a:t>- Mock backend (offline, tested) + optional real Azure backend</a:t>
            </a:r>
          </a:p>
          <a:p>
            <a:r>
              <a:t>- Plus LangGraph &amp; Semantic Kernel comparison projects</a:t>
            </a:r>
          </a:p>
          <a:p>
            <a:r>
              <a:t>- See COMPARISON.md for framework trade-offs</a:t>
            </a:r>
          </a:p>
          <a:p>
            <a:r>
              <a:t>Open the named file in the repo while you explain each point.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[Run it (VS Code — no Azure needed)] Walk through these talking points:</a:t>
            </a:r>
          </a:p>
          <a:p>
            <a:r>
              <a:t>- Clone any lab repo and open in VS Code</a:t>
            </a:r>
          </a:p>
          <a:p>
            <a:r>
              <a:t>- pip install -r requirements.txt</a:t>
            </a:r>
          </a:p>
          <a:p>
            <a:r>
              <a:t>- uvicorn app.main:app --reload → /docs</a:t>
            </a:r>
          </a:p>
          <a:p>
            <a:r>
              <a:t>- No Azure needed to learn &amp; demo</a:t>
            </a:r>
          </a:p>
          <a:p>
            <a:r>
              <a:t>Do this live: clone → install → run → hit /docs.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[Architect's takeaways] Walk through these talking points:</a:t>
            </a:r>
          </a:p>
          <a:p>
            <a:r>
              <a:t>- Agent vs. workflow vs. single LLM call — choose deliberately</a:t>
            </a:r>
          </a:p>
          <a:p>
            <a:r>
              <a:t>- Mock-first design keeps labs runnable &amp; testable</a:t>
            </a:r>
          </a:p>
          <a:p>
            <a:r>
              <a:t>- Same patterns scale from laptop to production on Azure</a:t>
            </a:r>
          </a:p>
          <a:p>
            <a:r>
              <a:t>Discussion: when would you NOT choose this approach?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920240"/>
            <a:ext cx="9144000" cy="1737360"/>
          </a:xfrm>
          <a:prstGeom prst="rect">
            <a:avLst/>
          </a:prstGeom>
          <a:solidFill>
            <a:srgbClr val="0F6C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057400"/>
            <a:ext cx="82296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FFFFF"/>
                </a:solidFill>
              </a:rPr>
              <a:t>azure-agentic-ai-masterclass</a:t>
            </a:r>
          </a:p>
          <a:p>
            <a:r>
              <a:rPr sz="1600">
                <a:solidFill>
                  <a:srgbClr val="FFFFFF"/>
                </a:solidFill>
              </a:rPr>
              <a:t>Course Hub · 12-week Master Class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93192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0F6CBD"/>
                </a:solidFill>
              </a:rPr>
              <a:t>Agentic AI on Azure — Enterprise Master Class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0F6CBD"/>
                </a:solidFill>
              </a:rPr>
              <a:t>Learning goal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r>
              <a:rPr sz="1800">
                <a:solidFill>
                  <a:srgbClr val="202020"/>
                </a:solidFill>
              </a:rPr>
              <a:t>Design, secure, deploy, observe &amp; operate multi-agent systems on Azure</a:t>
            </a:r>
          </a:p>
          <a:p>
            <a:r>
              <a:rPr sz="1800">
                <a:solidFill>
                  <a:srgbClr val="202020"/>
                </a:solidFill>
              </a:rPr>
              <a:t>One runnable repo per week + framework comparison projects</a:t>
            </a:r>
          </a:p>
          <a:p>
            <a:r>
              <a:rPr sz="1800">
                <a:solidFill>
                  <a:srgbClr val="202020"/>
                </a:solidFill>
              </a:rPr>
              <a:t>Everything runs locally in mock mode; Azure is optional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0F6CBD"/>
                </a:solidFill>
              </a:rPr>
              <a:t>Enterprise use case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r>
              <a:rPr sz="1800">
                <a:solidFill>
                  <a:srgbClr val="202020"/>
                </a:solidFill>
              </a:rPr>
              <a:t>Audience: AI engineers, solution architects, backend/platform &amp; data teams</a:t>
            </a:r>
          </a:p>
          <a:p>
            <a:r>
              <a:rPr sz="1800">
                <a:solidFill>
                  <a:srgbClr val="202020"/>
                </a:solidFill>
              </a:rPr>
              <a:t>Stack: Python · FastAPI · Microsoft Foundry · Agent Framework · MCP · A2A</a:t>
            </a:r>
          </a:p>
          <a:p>
            <a:r>
              <a:rPr sz="1800">
                <a:solidFill>
                  <a:srgbClr val="202020"/>
                </a:solidFill>
              </a:rPr>
              <a:t>Outcome: the competencies of an Azure AI Architect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0F6CBD"/>
                </a:solidFill>
              </a:rPr>
              <a:t>Architecture / flow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r>
              <a:rPr sz="1800">
                <a:solidFill>
                  <a:srgbClr val="202020"/>
                </a:solidFill>
              </a:rPr>
              <a:t>Clients → API Management → FastAPI orchestration layer</a:t>
            </a:r>
          </a:p>
          <a:p>
            <a:r>
              <a:rPr sz="1800">
                <a:solidFill>
                  <a:srgbClr val="202020"/>
                </a:solidFill>
              </a:rPr>
              <a:t>Agents: Foundry Agent Service · Agent Framework · MCP tools</a:t>
            </a:r>
          </a:p>
          <a:p>
            <a:r>
              <a:rPr sz="1800">
                <a:solidFill>
                  <a:srgbClr val="202020"/>
                </a:solidFill>
              </a:rPr>
              <a:t>Grounding &amp; state: AI Search · Cosmos DB · Redis · Blob</a:t>
            </a:r>
          </a:p>
          <a:p>
            <a:r>
              <a:rPr sz="1800">
                <a:solidFill>
                  <a:srgbClr val="202020"/>
                </a:solidFill>
              </a:rPr>
              <a:t>Cross-cutting: Identity · Observability · Governance</a:t>
            </a:r>
          </a:p>
          <a:p>
            <a:r>
              <a:rPr sz="1800">
                <a:solidFill>
                  <a:srgbClr val="202020"/>
                </a:solidFill>
              </a:rPr>
              <a:t>Deploy: Container Apps / AKS / Functions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0F6CBD"/>
                </a:solidFill>
              </a:rPr>
              <a:t>Key concepts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r>
              <a:rPr sz="1800">
                <a:solidFill>
                  <a:srgbClr val="202020"/>
                </a:solidFill>
              </a:rPr>
              <a:t>12 weekly labs, each a standalone FastAPI service</a:t>
            </a:r>
          </a:p>
          <a:p>
            <a:r>
              <a:rPr sz="1800">
                <a:solidFill>
                  <a:srgbClr val="202020"/>
                </a:solidFill>
              </a:rPr>
              <a:t>Mock backend (offline, tested) + optional real Azure backend</a:t>
            </a:r>
          </a:p>
          <a:p>
            <a:r>
              <a:rPr sz="1800">
                <a:solidFill>
                  <a:srgbClr val="202020"/>
                </a:solidFill>
              </a:rPr>
              <a:t>Plus LangGraph &amp; Semantic Kernel comparison projects</a:t>
            </a:r>
          </a:p>
          <a:p>
            <a:r>
              <a:rPr sz="1800">
                <a:solidFill>
                  <a:srgbClr val="202020"/>
                </a:solidFill>
              </a:rPr>
              <a:t>See COMPARISON.md for framework trade-offs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0F6CBD"/>
                </a:solidFill>
              </a:rPr>
              <a:t>Run it (VS Code — no Azure needed)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r>
              <a:rPr sz="1800">
                <a:solidFill>
                  <a:srgbClr val="202020"/>
                </a:solidFill>
              </a:rPr>
              <a:t>Clone any lab repo and open in VS Code</a:t>
            </a:r>
          </a:p>
          <a:p>
            <a:r>
              <a:rPr sz="1800">
                <a:solidFill>
                  <a:srgbClr val="202020"/>
                </a:solidFill>
              </a:rPr>
              <a:t>pip install -r requirements.txt</a:t>
            </a:r>
          </a:p>
          <a:p>
            <a:r>
              <a:rPr sz="1800">
                <a:solidFill>
                  <a:srgbClr val="202020"/>
                </a:solidFill>
              </a:rPr>
              <a:t>uvicorn app.main:app --reload → /docs</a:t>
            </a:r>
          </a:p>
          <a:p>
            <a:r>
              <a:rPr sz="1800">
                <a:solidFill>
                  <a:srgbClr val="202020"/>
                </a:solidFill>
              </a:rPr>
              <a:t>No Azure needed to learn &amp; demo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0F6CBD"/>
                </a:solidFill>
              </a:rPr>
              <a:t>Architect's takeaways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r>
              <a:rPr sz="1800">
                <a:solidFill>
                  <a:srgbClr val="202020"/>
                </a:solidFill>
              </a:rPr>
              <a:t>Agent vs. workflow vs. single LLM call — choose deliberately</a:t>
            </a:r>
          </a:p>
          <a:p>
            <a:r>
              <a:rPr sz="1800">
                <a:solidFill>
                  <a:srgbClr val="202020"/>
                </a:solidFill>
              </a:rPr>
              <a:t>Mock-first design keeps labs runnable &amp; testable</a:t>
            </a:r>
          </a:p>
          <a:p>
            <a:r>
              <a:rPr sz="1800">
                <a:solidFill>
                  <a:srgbClr val="202020"/>
                </a:solidFill>
              </a:rPr>
              <a:t>Same patterns scale from laptop to production on Azure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