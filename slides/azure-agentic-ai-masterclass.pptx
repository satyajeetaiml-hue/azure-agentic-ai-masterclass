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azure-agentic-ai-masterclass</a:t>
            </a:r>
          </a:p>
          <a:p>
            <a:r>
              <a:rPr sz="1600">
                <a:solidFill>
                  <a:srgbClr val="FFFFFF"/>
                </a:solidFill>
              </a:rPr>
              <a:t>Course Hub · 12-week Master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Design, secure, deploy, observe &amp; operate multi-agent systems on Azure</a:t>
            </a:r>
          </a:p>
          <a:p>
            <a:r>
              <a:rPr sz="1800">
                <a:solidFill>
                  <a:srgbClr val="202020"/>
                </a:solidFill>
              </a:rPr>
              <a:t>One runnable repo per week + framework comparison projects</a:t>
            </a:r>
          </a:p>
          <a:p>
            <a:r>
              <a:rPr sz="1800">
                <a:solidFill>
                  <a:srgbClr val="202020"/>
                </a:solidFill>
              </a:rPr>
              <a:t>Everything runs locally in mock mode; Azure is optional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Audience: AI engineers, solution architects, backend/platform &amp; data teams</a:t>
            </a:r>
          </a:p>
          <a:p>
            <a:r>
              <a:rPr sz="1800">
                <a:solidFill>
                  <a:srgbClr val="202020"/>
                </a:solidFill>
              </a:rPr>
              <a:t>Stack: Python · FastAPI · Microsoft Foundry · Agent Framework · MCP · A2A</a:t>
            </a:r>
          </a:p>
          <a:p>
            <a:r>
              <a:rPr sz="1800">
                <a:solidFill>
                  <a:srgbClr val="202020"/>
                </a:solidFill>
              </a:rPr>
              <a:t>Outcome: the competencies of an Azure AI Architect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Clients → API Management → FastAPI orchestration layer</a:t>
            </a:r>
          </a:p>
          <a:p>
            <a:r>
              <a:rPr sz="1800">
                <a:solidFill>
                  <a:srgbClr val="202020"/>
                </a:solidFill>
              </a:rPr>
              <a:t>Agents: Foundry Agent Service · Agent Framework · MCP tools</a:t>
            </a:r>
          </a:p>
          <a:p>
            <a:r>
              <a:rPr sz="1800">
                <a:solidFill>
                  <a:srgbClr val="202020"/>
                </a:solidFill>
              </a:rPr>
              <a:t>Grounding &amp; state: AI Search · Cosmos DB · Redis · Blob</a:t>
            </a:r>
          </a:p>
          <a:p>
            <a:r>
              <a:rPr sz="1800">
                <a:solidFill>
                  <a:srgbClr val="202020"/>
                </a:solidFill>
              </a:rPr>
              <a:t>Cross-cutting: Identity · Observability · Governance</a:t>
            </a:r>
          </a:p>
          <a:p>
            <a:r>
              <a:rPr sz="1800">
                <a:solidFill>
                  <a:srgbClr val="202020"/>
                </a:solidFill>
              </a:rPr>
              <a:t>Deploy: Container Apps / AKS / Functions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12 weekly labs, each a standalone FastAPI service</a:t>
            </a:r>
          </a:p>
          <a:p>
            <a:r>
              <a:rPr sz="1800">
                <a:solidFill>
                  <a:srgbClr val="202020"/>
                </a:solidFill>
              </a:rPr>
              <a:t>Mock backend (offline, tested) + optional real Azure backend</a:t>
            </a:r>
          </a:p>
          <a:p>
            <a:r>
              <a:rPr sz="1800">
                <a:solidFill>
                  <a:srgbClr val="202020"/>
                </a:solidFill>
              </a:rPr>
              <a:t>Plus LangGraph &amp; Semantic Kernel comparison projects</a:t>
            </a:r>
          </a:p>
          <a:p>
            <a:r>
              <a:rPr sz="1800">
                <a:solidFill>
                  <a:srgbClr val="202020"/>
                </a:solidFill>
              </a:rPr>
              <a:t>See COMPARISON.md for framework trade-offs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Clone any lab repo and open in VS Code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 → /docs</a:t>
            </a:r>
          </a:p>
          <a:p>
            <a:r>
              <a:rPr sz="1800">
                <a:solidFill>
                  <a:srgbClr val="202020"/>
                </a:solidFill>
              </a:rPr>
              <a:t>No Azure needed to learn &amp; 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Agent vs. workflow vs. single LLM call — choose deliberately</a:t>
            </a:r>
          </a:p>
          <a:p>
            <a:r>
              <a:rPr sz="1800">
                <a:solidFill>
                  <a:srgbClr val="202020"/>
                </a:solidFill>
              </a:rPr>
              <a:t>Mock-first design keeps labs runnable &amp; testable</a:t>
            </a:r>
          </a:p>
          <a:p>
            <a:r>
              <a:rPr sz="1800">
                <a:solidFill>
                  <a:srgbClr val="202020"/>
                </a:solidFill>
              </a:rPr>
              <a:t>Same patterns scale from laptop to production on Azure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